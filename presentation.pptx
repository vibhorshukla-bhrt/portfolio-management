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Portfolio Management for Profit
Maximisation using Multiple AI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70248" y="3200400"/>
            <a:ext cx="3657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4AF37"/>
                </a:solidFill>
                <a:latin typeface="Calibri"/>
              </a:rPr>
              <a:t>Minor Project  |  Mid-Term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Vibhor Shukla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B.Tech CSE  |  Roll No. 23115107  |  7th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National Institute of Technology, Raipur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D4AF37"/>
                </a:solidFill>
                <a:latin typeface="Calibri"/>
              </a:rPr>
              <a:t>Guide: Dr. Pradeep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Project Overview &amp; Motivation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Problem Statement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System Architecture &amp; Multi-Agent Design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The Four AI Agents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Data Sources &amp; Tools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Workflow: How the Crew Works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What Has Been Completed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Current Limitations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F2040"/>
                </a:solidFill>
                <a:latin typeface="Calibri"/>
              </a:rPr>
              <a:t>•  Future Scope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An AI-driven system that analyses stocks and recommends a portfolio aimed at profit maximisation.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Built on CrewAI — a framework for orchestrating multiple collaborative LLM agents.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Powered by Google Gemini as the underlying language model.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Focus sector: large-cap US technology stocks (AAPL, MSFT, NVDA, GOOGL).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3291840" cy="146304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Multiple
Specialist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023360"/>
            <a:ext cx="3291840" cy="1463040"/>
          </a:xfrm>
          <a:prstGeom prst="roundRect">
            <a:avLst/>
          </a:prstGeom>
          <a:solidFill>
            <a:srgbClr val="1F6F8B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Real Market
Data (yfinance)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4023360"/>
            <a:ext cx="3291840" cy="14630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040"/>
                </a:solidFill>
                <a:latin typeface="Calibri"/>
              </a:rPr>
              <a:t>Actionable
BUY / HOLD / SELL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0F2040"/>
                </a:solidFill>
                <a:latin typeface="Calibri"/>
              </a:rPr>
              <a:t>•  Investing well requires combining many kinds of analysis at once: price trends, company financials, and risk.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F2040"/>
                </a:solidFill>
                <a:latin typeface="Calibri"/>
              </a:rPr>
              <a:t>•  A single model or a single analyst rarely captures all three perspectives together.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F2040"/>
                </a:solidFill>
                <a:latin typeface="Calibri"/>
              </a:rPr>
              <a:t>•  Manual analysis of multiple stocks is slow, inconsistent, and hard to scale.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0F2040"/>
                </a:solidFill>
                <a:latin typeface="Calibri"/>
              </a:rPr>
              <a:t>•  Goal: let specialised AI agents each do what they are best at, then combine their views into one clear, data-backed investment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F6E"/>
                </a:solidFill>
                <a:latin typeface="Calibri"/>
              </a:rPr>
              <a:t>A sequential Crew of four agents, each with its own role, goal and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377440" cy="118872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Quantitative
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011680"/>
            <a:ext cx="2377440" cy="118872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Fundamental
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8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377440" cy="118872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Risk
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011680"/>
            <a:ext cx="2377440" cy="118872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Portfolio
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5F6E"/>
                </a:solidFill>
                <a:latin typeface="Calibri"/>
              </a:rPr>
              <a:t>Each agent calls real market-data tools: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F2040"/>
                </a:solidFill>
                <a:latin typeface="Calibri"/>
              </a:rPr>
              <a:t>•  Fetch Historical Stock Data  — 6 months of daily closing prices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2040"/>
                </a:solidFill>
                <a:latin typeface="Calibri"/>
              </a:rPr>
              <a:t>•  Calculate Technical Indicators  — 50-day &amp; 200-day SMA, trend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2040"/>
                </a:solidFill>
                <a:latin typeface="Calibri"/>
              </a:rPr>
              <a:t>•  Fetch Company Fundamentals  — P/E, market cap, margins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2040"/>
                </a:solidFill>
                <a:latin typeface="Calibri"/>
              </a:rPr>
              <a:t>•  Fetch Stock News  — recent headlines for sentiment &amp; 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Four AI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926080" cy="10515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Quantitative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48132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040"/>
                </a:solidFill>
                <a:latin typeface="Calibri"/>
              </a:rPr>
              <a:t>Reads price history &amp; technical indicators (SMA 50/200) to call Bullish / Bearish / Neutral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2926080" cy="10515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Fundamental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76148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040"/>
                </a:solidFill>
                <a:latin typeface="Calibri"/>
              </a:rPr>
              <a:t>Evaluates P/E, market cap, margins and news to judge intrinsic value: Strong / Moderate / Weak.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2926080" cy="10515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Risk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04164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040"/>
                </a:solidFill>
                <a:latin typeface="Calibri"/>
              </a:rPr>
              <a:t>Assesses downside, volatility and sector headwinds; scores each stock High / Medium / Low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2926080" cy="10515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Portfolio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321808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2040"/>
                </a:solidFill>
                <a:latin typeface="Calibri"/>
              </a:rPr>
              <a:t>Synthesises all three reports into final BUY / HOLD / SELL calls and a $100,000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Sources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yfinance — free, real market data: prices, fundamentals, news.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pandas — time-series handling and indicator computation.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CrewAI — agent orchestration, task routing and delegation.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Google Gemini — the LLM reasoning behind every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212080" cy="1371600"/>
          </a:xfrm>
          <a:prstGeom prst="roundRect">
            <a:avLst/>
          </a:prstGeom>
          <a:solidFill>
            <a:srgbClr val="1F6F8B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Tech Stack
crewai · langchain · yfinance
pandas · python-dotenv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297680"/>
            <a:ext cx="5212080" cy="137160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F2040"/>
                </a:solidFill>
                <a:latin typeface="Calibri"/>
              </a:rPr>
              <a:t>Target Assets
AAPL · MSFT · NVDA · GOOGL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Workflow: How the Crew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8229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1. 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2040"/>
                </a:solidFill>
                <a:latin typeface="Calibri"/>
              </a:rPr>
              <a:t>Quant Analyst fetches prices,
computes SMAs, calls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560320" cy="8229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2. Fundamental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2040"/>
                </a:solidFill>
                <a:latin typeface="Calibri"/>
              </a:rPr>
              <a:t>Fundamental Analyst reads
financials + news, rates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60320" cy="8229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3.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2040"/>
                </a:solidFill>
                <a:latin typeface="Calibri"/>
              </a:rPr>
              <a:t>Risk Manager scores
downside &amp; volatility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560320" cy="822960"/>
          </a:xfrm>
          <a:prstGeom prst="roundRect">
            <a:avLst/>
          </a:prstGeom>
          <a:solidFill>
            <a:srgbClr val="0F2040"/>
          </a:solidFill>
          <a:ln w="12700">
            <a:solidFill>
              <a:srgbClr val="0F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4.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2040"/>
                </a:solidFill>
                <a:latin typeface="Calibri"/>
              </a:rPr>
              <a:t>Portfolio Manager synthesises
all reports → final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5F6E"/>
                </a:solidFill>
                <a:latin typeface="Calibri"/>
              </a:rPr>
              <a:t>Output — a Portfolio Strategy Document: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F2040"/>
                </a:solidFill>
                <a:latin typeface="Calibri"/>
              </a:rPr>
              <a:t>•  Executive summary of the tech market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F2040"/>
                </a:solidFill>
                <a:latin typeface="Calibri"/>
              </a:rPr>
              <a:t>•  BUY / HOLD / SELL per ticker with justification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F2040"/>
                </a:solidFill>
                <a:latin typeface="Calibri"/>
              </a:rPr>
              <a:t>•  Proposed allocation (percentages totalling 100%)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F2040"/>
                </a:solidFill>
                <a:latin typeface="Calibri"/>
              </a:rPr>
              <a:t>•  Summary of the main risks to the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Has Been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Full multi-agent architecture built on CrewAI with four specialised agents.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Four working market-data tools: historical prices, technical indicators, fundamentals, and news.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Sequential crew workflow that passes each analyst's report to the next.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Final Portfolio Manager produces a complete, structured strategy document with recommendations and allocation.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Configurable via .env (Gemini API key); clean, modular code structure (agents / tasks / tools).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News reading is unreliable: the yfinance news feed returns an inconsistent structure, so agents often cannot read the actual article content — only (sometimes) headlines.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Analysis is limited to a fixed set of four large-cap US tech stocks; no user input for custom tickers yet.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No backtesting — recommendations are point-in-time, not validated against historical performance.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No live portfolio tracking or re-balancing over time.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Relies on a single LLM (Gemini); no cross-model verification of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Future Scope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Fix news ingestion with a robust source (e.g. a dedicated news API or DuckDuckGo search) so agents read full article text.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Allow the user to input any set of tickers and portfolio size.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Add backtesting to measure how the strategy would have performed.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Introduce a debate / hierarchical process so agents challenge each other before the final decision.</a:t>
            </a:r>
          </a:p>
          <a:p>
            <a:pPr>
              <a:spcAft>
                <a:spcPts val="1300"/>
              </a:spcAft>
            </a:pPr>
            <a:r>
              <a:rPr sz="1900">
                <a:solidFill>
                  <a:srgbClr val="0F2040"/>
                </a:solidFill>
                <a:latin typeface="Calibri"/>
              </a:rPr>
              <a:t>•  Add a simple dashboard (Streamlit) to visualise the recommended portfolio.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56616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4AF37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Vibhor Shukla  |  Roll No. 23115107  |  NIT Raipur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2F5FA"/>
                </a:solidFill>
                <a:latin typeface="Calibri"/>
              </a:rPr>
              <a:t>Guide: Dr. Pradeep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