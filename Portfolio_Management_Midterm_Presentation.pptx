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Portfolio Management for Profit Maximization using Multiple 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Minor Project (7th Semester)</a:t>
            </a:r>
          </a:p>
          <a:p>
            <a:r>
              <a:t>Vibhor Shukla | Roll No. 23115107 | CSE, NIT Raipur</a:t>
            </a:r>
          </a:p>
          <a:p>
            <a:r>
              <a:t>Under the Guidance of Dr. Pradeep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Retail investors struggle to combine technical, fundamental, and risk signals consistently.</a:t>
            </a:r>
          </a:p>
          <a:p>
            <a:pPr>
              <a:defRPr sz="2000"/>
            </a:pPr>
            <a:r>
              <a:t>Manual stock analysis is time-consuming and hard to scale.</a:t>
            </a:r>
          </a:p>
          <a:p>
            <a:pPr>
              <a:defRPr sz="2000"/>
            </a:pPr>
            <a:r>
              <a:t>Need an automated system that generates actionable portfolio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Build a multi-agent AI pipeline for stock portfolio analysis.</a:t>
            </a:r>
          </a:p>
          <a:p>
            <a:pPr>
              <a:defRPr sz="2000"/>
            </a:pPr>
            <a:r>
              <a:t>Use specialized agents for technical, fundamental, and risk analysis.</a:t>
            </a:r>
          </a:p>
          <a:p>
            <a:pPr>
              <a:defRPr sz="2000"/>
            </a:pPr>
            <a:r>
              <a:t>Synthesize outputs into BUY/HOLD/SELL recommendations and allocation.</a:t>
            </a:r>
          </a:p>
          <a:p>
            <a:pPr>
              <a:defRPr sz="2000"/>
            </a:pPr>
            <a:r>
              <a:t>Target: profit maximization with controlled risk exposure.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</a:t>
            </a:r>
          </a:p>
          <a:p>
            <a:pPr>
              <a:defRPr sz="2000"/>
            </a:pPr>
            <a:r>
              <a:t>CrewAI for agent orchestration</a:t>
            </a:r>
          </a:p>
          <a:p>
            <a:pPr>
              <a:defRPr sz="2000"/>
            </a:pPr>
            <a:r>
              <a:t>Google Gemini LLM for reasoning</a:t>
            </a:r>
          </a:p>
          <a:p>
            <a:pPr>
              <a:defRPr sz="2000"/>
            </a:pPr>
            <a:r>
              <a:t>yFinance for market/fundamental/news data</a:t>
            </a:r>
          </a:p>
          <a:p>
            <a:pPr>
              <a:defRPr sz="2000"/>
            </a:pPr>
            <a:r>
              <a:t>Pandas for technical indicator computation</a:t>
            </a:r>
          </a:p>
          <a:p>
            <a:pPr>
              <a:defRPr sz="2000"/>
            </a:pPr>
            <a:r>
              <a:t>python-dotenv for secure API key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Quantitative Analyst Agent: price trends and technical indicators.</a:t>
            </a:r>
          </a:p>
          <a:p>
            <a:pPr>
              <a:defRPr sz="2000"/>
            </a:pPr>
            <a:r>
              <a:t>Fundamental Analyst Agent: financial metrics and news insights.</a:t>
            </a:r>
          </a:p>
          <a:p>
            <a:pPr>
              <a:defRPr sz="2000"/>
            </a:pPr>
            <a:r>
              <a:t>Risk Manager Agent: macro/sector/company downside analysis.</a:t>
            </a:r>
          </a:p>
          <a:p>
            <a:pPr>
              <a:defRPr sz="2000"/>
            </a:pPr>
            <a:r>
              <a:t>Portfolio Manager Agent: final strategy and allocation decisions.</a:t>
            </a:r>
          </a:p>
          <a:p>
            <a:pPr>
              <a:defRPr sz="2000"/>
            </a:pPr>
            <a:r>
              <a:t>Execution mode: sequential workflow in CrewAI.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Implemented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Define stock universe: AAPL, MSFT, NVDA, GOOGL.</a:t>
            </a:r>
          </a:p>
          <a:p>
            <a:pPr>
              <a:defRPr sz="2000"/>
            </a:pPr>
            <a:r>
              <a:t>Fetch historical price data and compute SMA indicators.</a:t>
            </a:r>
          </a:p>
          <a:p>
            <a:pPr>
              <a:defRPr sz="2000"/>
            </a:pPr>
            <a:r>
              <a:t>Fetch fundamentals (market cap, PE, margins, recommendations).</a:t>
            </a:r>
          </a:p>
          <a:p>
            <a:pPr>
              <a:defRPr sz="2000"/>
            </a:pPr>
            <a:r>
              <a:t>Fetch recent stock news for sentiment context.</a:t>
            </a:r>
          </a:p>
          <a:p>
            <a:pPr>
              <a:defRPr sz="2000"/>
            </a:pPr>
            <a:r>
              <a:t>Generate final portfolio strategy with allocation percentages.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Has Been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Agent roles, goals, and backstories are implemented.</a:t>
            </a:r>
          </a:p>
          <a:p>
            <a:pPr>
              <a:defRPr sz="2000"/>
            </a:pPr>
            <a:r>
              <a:t>Financial tools for price, indicators, fundamentals, and news are integrated.</a:t>
            </a:r>
          </a:p>
          <a:p>
            <a:pPr>
              <a:defRPr sz="2000"/>
            </a:pPr>
            <a:r>
              <a:t>Task pipeline is implemented for technical, fundamental, and risk reports.</a:t>
            </a:r>
          </a:p>
          <a:p>
            <a:pPr>
              <a:defRPr sz="2000"/>
            </a:pPr>
            <a:r>
              <a:t>Final strategy task produces structured decision output.</a:t>
            </a:r>
          </a:p>
          <a:p>
            <a:pPr>
              <a:defRPr sz="2000"/>
            </a:pPr>
            <a:r>
              <a:t>End-to-end system runs successfully with Gemini API key setup.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Executive summary of current tech market conditions.</a:t>
            </a:r>
          </a:p>
          <a:p>
            <a:pPr>
              <a:defRPr sz="2000"/>
            </a:pPr>
            <a:r>
              <a:t>Per stock: BUY/HOLD/SELL with concise justification.</a:t>
            </a:r>
          </a:p>
          <a:p>
            <a:pPr>
              <a:defRPr sz="2000"/>
            </a:pPr>
            <a:r>
              <a:t>Portfolio allocation percentages totaling 100%.</a:t>
            </a:r>
          </a:p>
          <a:p>
            <a:pPr>
              <a:defRPr sz="2000"/>
            </a:pPr>
            <a:r>
              <a:t>Risk summary covering macro and company-specific factors.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Limitation Observed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Issue: agents are not reliably reading full news articles.</a:t>
            </a:r>
          </a:p>
          <a:p>
            <a:pPr>
              <a:defRPr sz="2000"/>
            </a:pPr>
            <a:r>
              <a:t>Current news tool mostly captures headline-level information.</a:t>
            </a:r>
          </a:p>
          <a:p>
            <a:pPr>
              <a:defRPr sz="2000"/>
            </a:pPr>
            <a:r>
              <a:t>Article body/context is often limited or unavailable from source response.</a:t>
            </a:r>
          </a:p>
          <a:p>
            <a:pPr>
              <a:defRPr sz="2000"/>
            </a:pPr>
            <a:r>
              <a:t>Despite this, overall multi-agent pipeline works correctly.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Limitation Happens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Upstream data source provides inconsistent or partial news payloads.</a:t>
            </a:r>
          </a:p>
          <a:p>
            <a:pPr>
              <a:defRPr sz="2000"/>
            </a:pPr>
            <a:r>
              <a:t>No dedicated article-scraping and parsing stage yet.</a:t>
            </a:r>
          </a:p>
          <a:p>
            <a:pPr>
              <a:defRPr sz="2000"/>
            </a:pPr>
            <a:r>
              <a:t>No fallback source when primary news feed is sparse.</a:t>
            </a:r>
          </a:p>
          <a:p>
            <a:pPr>
              <a:defRPr sz="2000"/>
            </a:pPr>
            <a:r>
              <a:t>Sentiment extraction is not yet based on full article 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Remaining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Integrate robust multi-source news collection with fallback.</a:t>
            </a:r>
          </a:p>
          <a:p>
            <a:pPr>
              <a:defRPr sz="2000"/>
            </a:pPr>
            <a:r>
              <a:t>Add full-article parsing and sentiment scoring pipeline.</a:t>
            </a:r>
          </a:p>
          <a:p>
            <a:pPr>
              <a:defRPr sz="2000"/>
            </a:pPr>
            <a:r>
              <a:t>Improve risk model with volatility and drawdown metrics.</a:t>
            </a:r>
          </a:p>
          <a:p>
            <a:pPr>
              <a:defRPr sz="2000"/>
            </a:pPr>
            <a:r>
              <a:t>Add historical backtesting for strategy validation.</a:t>
            </a:r>
          </a:p>
          <a:p>
            <a:pPr>
              <a:defRPr sz="2000"/>
            </a:pPr>
            <a:r>
              <a:t>Build a simple dashboard for user inputs and outputs.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Dynamic ticker selection by the user.</a:t>
            </a:r>
          </a:p>
          <a:p>
            <a:pPr>
              <a:defRPr sz="2000"/>
            </a:pPr>
            <a:r>
              <a:t>Explainable recommendations with confidence score.</a:t>
            </a:r>
          </a:p>
          <a:p>
            <a:pPr>
              <a:defRPr sz="2000"/>
            </a:pPr>
            <a:r>
              <a:t>Diversification and sector exposure constraints.</a:t>
            </a:r>
          </a:p>
          <a:p>
            <a:pPr>
              <a:defRPr sz="2000"/>
            </a:pPr>
            <a:r>
              <a:t>Periodic rebalancing and benchmark comparison.</a:t>
            </a:r>
          </a:p>
          <a:p>
            <a:pPr>
              <a:defRPr sz="2000"/>
            </a:pPr>
            <a:r>
              <a:t>Performance tracking over longer horizons.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Mid-Term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functional multi-agent portfolio analysis system has been delivered.</a:t>
            </a:r>
          </a:p>
          <a:p>
            <a:pPr>
              <a:defRPr sz="2000"/>
            </a:pPr>
            <a:r>
              <a:t>Architecture demonstrates practical AI collaboration in finance.</a:t>
            </a:r>
          </a:p>
          <a:p>
            <a:pPr>
              <a:defRPr sz="2000"/>
            </a:pPr>
            <a:r>
              <a:t>Initial outputs are promising for decision support.</a:t>
            </a:r>
          </a:p>
          <a:p>
            <a:pPr>
              <a:defRPr sz="2000"/>
            </a:pPr>
            <a:r>
              <a:t>Next milestone: strengthen news understanding and validate through backtesting.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Questions and suggestions are welcome.</a:t>
            </a:r>
          </a:p>
          <a:p>
            <a:pPr>
              <a:defRPr sz="2000"/>
            </a:pPr>
            <a:r>
              <a:t>Prepared by: Vibhor Shukla (23115107), CSE, NIT Raipur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